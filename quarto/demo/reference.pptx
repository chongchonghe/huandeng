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b="1"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1A1A"/>
      </a:dk2>
      <a:lt2>
        <a:srgbClr val="EEF5FA"/>
      </a:lt2>
      <a:accent1>
        <a:srgbClr val="0A6EBD"/>
      </a:accent1>
      <a:accent2>
        <a:srgbClr val="2E97DB"/>
      </a:accent2>
      <a:accent3>
        <a:srgbClr val="6FC2E8"/>
      </a:accent3>
      <a:accent4>
        <a:srgbClr val="8064A2"/>
      </a:accent4>
      <a:accent5>
        <a:srgbClr val="4BACC6"/>
      </a:accent5>
      <a:accent6>
        <a:srgbClr val="F79646"/>
      </a:accent6>
      <a:hlink>
        <a:srgbClr val="0A6EBD"/>
      </a:hlink>
      <a:folHlink>
        <a:srgbClr val="6B7280"/>
      </a:folHlink>
    </a:clrScheme>
    <a:fontScheme name="Office">
      <a:maj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1A1A"/>
      </a:dk2>
      <a:lt2>
        <a:srgbClr val="EEF5FA"/>
      </a:lt2>
      <a:accent1>
        <a:srgbClr val="0A6EBD"/>
      </a:accent1>
      <a:accent2>
        <a:srgbClr val="2E97DB"/>
      </a:accent2>
      <a:accent3>
        <a:srgbClr val="6FC2E8"/>
      </a:accent3>
      <a:accent4>
        <a:srgbClr val="FFC000"/>
      </a:accent4>
      <a:accent5>
        <a:srgbClr val="4472C4"/>
      </a:accent5>
      <a:accent6>
        <a:srgbClr val="70AD47"/>
      </a:accent6>
      <a:hlink>
        <a:srgbClr val="0A6EBD"/>
      </a:hlink>
      <a:folHlink>
        <a:srgbClr val="6B7280"/>
      </a:folHlink>
    </a:clrScheme>
    <a:fontScheme name="Office">
      <a:majorFont>
        <a:latin typeface="Aptos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